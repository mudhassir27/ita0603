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3D9AA-8284-EEB5-8D0A-FB9960DD9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E93C1-70F6-C349-914E-6C4350CDD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835E3-AD25-598E-C75F-C5CE49B91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F077-1CB9-49FC-8AB6-E25AAA38AD7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DC33C-4E6A-A586-5634-E3A04F54C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1AD9C-7668-FAF8-7217-85D405110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9AB5-F93C-4596-B373-E72CF3BFC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78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5C5C4-DED3-7D4B-EB74-74C356C6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5CEA3-9034-5A06-5995-0779EF12D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18B86-05A8-1CD8-3A5E-BE32B63D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F077-1CB9-49FC-8AB6-E25AAA38AD7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B5FB8-0B90-00B5-3FCC-CF836EA66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D8890-C590-1A8A-F1B3-33B3A6720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9AB5-F93C-4596-B373-E72CF3BFC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512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8C9B2-A25C-D488-9505-034553866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B7E94-23B6-1DE3-1BEF-BFC32A05A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5AFF2-7C78-0D1F-5981-C3F79A0AE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F077-1CB9-49FC-8AB6-E25AAA38AD7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572AB-BBC7-2406-1833-4A7DBC31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5090F-DC1B-A74B-A7E0-C4ABE837E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9AB5-F93C-4596-B373-E72CF3BFC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113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B4A16-5CD6-D72A-00B3-F5C2D912C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3C62E-35A3-671E-1CFD-672717B76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66E12-261D-0807-2FDE-97C773C42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46182-57F9-701E-2296-BF8E2A0FE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F077-1CB9-49FC-8AB6-E25AAA38AD7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F443-AF37-941C-71C2-9D10091F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C4D23-3D31-D423-BAEB-A7CDF5AE7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9AB5-F93C-4596-B373-E72CF3BFC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02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5105F-16B6-6B59-0994-705DBD959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AAD22-195B-90D6-DBC1-50BE6DD2B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DB3E7-B7A0-5CB8-8594-F18ACCC80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DAA1BB-8BE6-82A7-EDB3-D8C60B3CDE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C233D-587F-FF75-2876-F324D5162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88751E-081C-6B19-1627-13E06703F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F077-1CB9-49FC-8AB6-E25AAA38AD7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BC009D-38FE-5498-5EDF-4BABF8176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EE5E2C-6769-F209-0CDE-126892713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9AB5-F93C-4596-B373-E72CF3BFC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395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B257D-1C40-B6C7-4104-F9F217B4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4FF93B-324F-8978-7E39-997184095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F077-1CB9-49FC-8AB6-E25AAA38AD7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852026-B69C-9A30-0378-E1D71C158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F6547A-61C6-5DC4-E17D-E2104ADCB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9AB5-F93C-4596-B373-E72CF3BFC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728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29D7D-CB9F-0493-DD17-46C70970C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F077-1CB9-49FC-8AB6-E25AAA38AD7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818687-5504-1A0F-B005-0112418B0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05829-CA8A-D532-E0C0-A47C1ECEB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9AB5-F93C-4596-B373-E72CF3BFC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91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9814F-5B49-C76F-592B-577503D6C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7E61E-F03D-9819-98F4-1C4C501BA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A9AD0-1610-C082-FFE1-176922D8E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FA99E-F1B8-BF37-0B17-034933A8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F077-1CB9-49FC-8AB6-E25AAA38AD7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9C80D1-C21B-97C8-BA41-6385055A0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694CE-74D1-78FB-405F-36052D047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9AB5-F93C-4596-B373-E72CF3BFC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94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DB28D-BA20-4493-8A2C-8F9C7EA79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A0C4E4-16BB-4210-C47A-F6B5C67822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BCF00-9400-9010-1366-034BB0E02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DC8A3-0C8F-9EA2-ACA0-648E5ABA8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F077-1CB9-49FC-8AB6-E25AAA38AD7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9F0624-A337-9A5F-BB0C-A3F2D0E1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0DAF0-5E23-963C-E9DA-2B203AEC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9AB5-F93C-4596-B373-E72CF3BFC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314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EC1D2-2572-6244-A5A1-3DD16B87B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8CC69-2674-4106-8C1A-F681646FE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21D21-7D1E-6F82-61C9-98574082E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F077-1CB9-49FC-8AB6-E25AAA38AD7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79220-0530-963B-C134-139889A12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36033-072E-1803-73FD-46910891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9AB5-F93C-4596-B373-E72CF3BFC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79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FC3770-DBDF-C060-211C-B229F66FCD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7AF36-03AD-7F4C-AD1C-97EF2218C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655A8-2678-03A4-E50A-C52BBC0F9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F077-1CB9-49FC-8AB6-E25AAA38AD7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EA66A-4C7D-04EC-F838-A0BBCADA6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D09A4-3CCC-90A1-69E5-316178266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9AB5-F93C-4596-B373-E72CF3BFC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1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1EEEE0-7800-9B45-8930-5CADCA23F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78F0E-C80B-3FBA-BD4D-F34986549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5F7D2-4ACC-65BD-FC86-F4CDE8098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2F077-1CB9-49FC-8AB6-E25AAA38AD7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3FC07-93F9-5F09-9F7F-6C8E5FC1C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208E2-F431-C058-9EF8-6E43CAC10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99AB5-F93C-4596-B373-E72CF3BFC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175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55458-FDEB-6F02-3E9F-6036080F1A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Machine Learning</a:t>
            </a:r>
            <a:b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Learning, Unsupervised Learning &amp; Reinforcement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4BCD1-41A1-F369-5BC6-094CA65713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ITA0603 – Machine Learning</a:t>
            </a:r>
          </a:p>
        </p:txBody>
      </p:sp>
      <p:pic>
        <p:nvPicPr>
          <p:cNvPr id="5" name="Image 1">
            <a:extLst>
              <a:ext uri="{FF2B5EF4-FFF2-40B4-BE49-F238E27FC236}">
                <a16:creationId xmlns:a16="http://schemas.microsoft.com/office/drawing/2014/main" id="{47324FD3-8900-333E-50BC-3C03ED8D103D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69" y="416036"/>
            <a:ext cx="11886861" cy="13322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8E14CB-C36C-0AE2-2D38-CB2769099AB9}"/>
              </a:ext>
            </a:extLst>
          </p:cNvPr>
          <p:cNvSpPr txBox="1"/>
          <p:nvPr/>
        </p:nvSpPr>
        <p:spPr>
          <a:xfrm>
            <a:off x="471948" y="508372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Mohammed Mudhassir A</a:t>
            </a:r>
          </a:p>
          <a:p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192424367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225408-CC81-B573-F3A1-D98872C58DB1}"/>
              </a:ext>
            </a:extLst>
          </p:cNvPr>
          <p:cNvSpPr txBox="1"/>
          <p:nvPr/>
        </p:nvSpPr>
        <p:spPr>
          <a:xfrm>
            <a:off x="5447071" y="508372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 by:</a:t>
            </a:r>
          </a:p>
          <a:p>
            <a:pPr algn="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Ashok Kumar 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512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6954-F0B7-C443-15B0-955779FC2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67C61-9F37-5529-DB4E-A3CDA6427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2167"/>
            <a:ext cx="10515600" cy="519460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is a machine learning technique in which the model is trained using labeled data. Each input has a corresponding correct output (label). The model learns the relationship between inputs and outputs and predicts the correct result for new data.</a:t>
            </a:r>
          </a:p>
          <a:p>
            <a:pPr marL="0" indent="0" algn="just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Algorithms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(KNN)</a:t>
            </a:r>
          </a:p>
          <a:p>
            <a:pPr marL="0" indent="0" algn="just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Example: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Gmail Spam Detection</a:t>
            </a:r>
          </a:p>
          <a:p>
            <a:pPr marL="0" indent="0" algn="just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 Gmail automatically classifies incoming emails as Spam or Not Spam.</a:t>
            </a:r>
          </a:p>
        </p:txBody>
      </p:sp>
    </p:spTree>
    <p:extLst>
      <p:ext uri="{BB962C8B-B14F-4D97-AF65-F5344CB8AC3E}">
        <p14:creationId xmlns:p14="http://schemas.microsoft.com/office/powerpoint/2010/main" val="2500728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A0CC2-A4D4-7619-E2E9-ADB165514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8EFA4-DD15-7853-10E1-7765982ED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is a machine learning technique in which the model is trained using unlabeled data. It discovers hidden patterns, relationships, or groups in the data without knowing the correct output.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Algorithms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Clustering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DBSCAN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 (PCA)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Apriori Algorithm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Example: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 Movie Recommendation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 Netflix recommends movies and TV shows based on users' viewing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345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C547F-EE5D-F2BE-F7BA-CAF99E67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85318-2037-2C54-D7AF-F96C107A5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is a machine learning technique where an agent learns by interacting with an environment. The agent receives rewards for correct actions and penalties for incorrect actions, gradually learning the best strategy.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Algorithms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Q-Learning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SARSA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Q Network (DQN)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Gradient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Actor-Critic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Example: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Tesla Self-Driving Car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 A self-driving car learns to drive safely on roads.</a:t>
            </a:r>
          </a:p>
        </p:txBody>
      </p:sp>
    </p:spTree>
    <p:extLst>
      <p:ext uri="{BB962C8B-B14F-4D97-AF65-F5344CB8AC3E}">
        <p14:creationId xmlns:p14="http://schemas.microsoft.com/office/powerpoint/2010/main" val="4237715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A1E64-55FD-AC13-D718-6923D7E14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392EE-90BD-CF32-EB70-F041ED1CC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when the training data has known labels and the goal is to predict accurate outputs.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discover hidden patterns and groups in data without labels.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systems to learn through trial and error by receiving rewards and penalties.</a:t>
            </a:r>
          </a:p>
        </p:txBody>
      </p:sp>
    </p:spTree>
    <p:extLst>
      <p:ext uri="{BB962C8B-B14F-4D97-AF65-F5344CB8AC3E}">
        <p14:creationId xmlns:p14="http://schemas.microsoft.com/office/powerpoint/2010/main" val="1885124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313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Types of Machine Learning Supervised Learning, Unsupervised Learning &amp; Reinforcement Learning</vt:lpstr>
      <vt:lpstr>Supervised Learning</vt:lpstr>
      <vt:lpstr>Unsupervised Learning</vt:lpstr>
      <vt:lpstr>Reinforcement Learning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Mudhzz 2715</dc:creator>
  <cp:lastModifiedBy>Mudhzz 2715</cp:lastModifiedBy>
  <cp:revision>1</cp:revision>
  <dcterms:created xsi:type="dcterms:W3CDTF">2026-07-24T10:35:09Z</dcterms:created>
  <dcterms:modified xsi:type="dcterms:W3CDTF">2026-07-24T10:45:15Z</dcterms:modified>
</cp:coreProperties>
</file>